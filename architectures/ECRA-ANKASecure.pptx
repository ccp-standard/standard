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1554480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Cryptographic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ECRA — v1.0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 completa de 10 arquitecturas de referencia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criptografía empresarial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86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Control Plane · Crypto Agility Orchestration Platform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arquitecturas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486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 — Enterprise Cryptographic Reference Architecture (ECRA)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0515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landscape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4630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donde vive ANKASecure©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530352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57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057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y Cryptographic Control Plane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688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categoría: gobernanza criptográfica unificada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530352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632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632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cryptographic architecture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4747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Control Plane sobre AWS, Azure, GCP y on-premises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530352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0690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0690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cryptographic architecture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4805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criptografía como pilar del modelo Zero Trust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029200"/>
            <a:ext cx="530352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5074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0749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cryptographic architecture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48640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de firma gestionadas en todo el pipeline CI/CD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005840"/>
            <a:ext cx="539496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10515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0515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LLM security architecture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1463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para modelos, prompts, embeddings y datos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2011680"/>
            <a:ext cx="539496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2057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encryption architecture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24688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encryption, BYOK y tokenización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3017520"/>
            <a:ext cx="539496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30632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30632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 architecture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3474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y cifrado en API Gateway, Kafka, ESB y service mesh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4023360"/>
            <a:ext cx="539496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92240" y="40690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7040880" y="40690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reference architecture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040880" y="4480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v4.0, DORA, PQC y tokenización para banca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5029200"/>
            <a:ext cx="5394960" cy="868680"/>
          </a:xfrm>
          <a:prstGeom prst="rect">
            <a:avLst>
              <a:gd name="adj" fmla="val 6316"/>
            </a:avLst>
          </a:prstGeom>
          <a:solidFill>
            <a:srgbClr val="E0F9FC"/>
          </a:solidFill>
          <a:ln w="6350">
            <a:solidFill>
              <a:srgbClr val="00C2D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92240" y="5074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3" name="Text 41"/>
          <p:cNvSpPr txBox="1"/>
          <p:nvPr/>
        </p:nvSpPr>
        <p:spPr>
          <a:xfrm>
            <a:off x="7040880" y="50749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defense architecture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040880" y="5486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Air-gap, CNSA 2.0, algoritmos nacionales y entornos clasificados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landscape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mundo donde vive ANKASecure©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y Cryptographic Control Plane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categoría: gobernanza criptográfica unificada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cryptographic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Control Plane sobre AWS, Azure, GCP y on-premises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cryptographic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criptografía como pilar del modelo Zero Trust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cryptographic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Claves de firma gestionadas en todo el pipeline CI/CD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LLM security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para modelos, prompts, embeddings y datos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encryption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Envelope encryption, BYOK y tokenización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integration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Firma y cifrado en API Gateway, Kafka, ESB y service mesh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reference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 DSS v4.0, DORA, PQC y tokenización para banca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82296"/>
            <a:ext cx="475488" cy="475488"/>
          </a:xfrm>
          <a:prstGeom prst="rect">
            <a:avLst>
              <a:gd name="adj" fmla="val 11538"/>
            </a:avLst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28600" y="822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822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defense architecture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384048"/>
            <a:ext cx="960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Air-gap, CNSA 2.0, algoritmos nacionales y entornos clasificados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0" y="12801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31520"/>
            <a:ext cx="11795760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560320"/>
            <a:ext cx="12192000" cy="1737360"/>
          </a:xfrm>
          <a:prstGeom prst="rect">
            <a:avLst/>
          </a:prstGeom>
          <a:solidFill>
            <a:srgbClr val="00C2D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ANKASecure©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5B7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Control Plane · Crypto Agility Orchestration Platform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infraestructura criptográfica de la empresa moderna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reemplaza HSM, KMS, IAM, PKI ni SIEM — los integra y los orquesta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ankatech.co · ccp-standard.org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2026-09-07T02:21:25Z</dcterms:created>
  <dcterms:modified xsi:type="dcterms:W3CDTF">2026-09-07T02:21:25Z</dcterms:modified>
</cp:coreProperties>
</file>